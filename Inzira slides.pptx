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INZIRA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app that finds and lists the websites hosting opportunities for youth in Rwanda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852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“Inzira” means PATH in Kinyarwanda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Liliane Umwanankabandi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BSc. Software Engineering   ·   Supervisor: Samiratu Nthosi   ·   ALU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7315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the need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approach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the need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miss opportunities scattered across many websites — they don’t know where to look.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~23% (2018–2022); 32% not in work, school, or training (2022).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IPAR (2022): lack of information is the #1 barrier — above lack of skills.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existing platforms (Job in Rwanda, LinkedIn, Opportunity Desk):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list opportunities by hand — not the source websites.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split; Opportunity Desk is global, not Rwanda-focused.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trust scoring.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Kinyarwanda; no data shared with MIFOTRA.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search the web and list the websites hosting opportunities for Rwandan youth.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Inzira's dataset: 551 web pages scraped from Rwandan and international sources (DuckDuckGo + BeautifulSoup), manually labeled and version-controlled on GitHub. Annotator agreement: Cohen’s κ = 0.81 (strong).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web page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content, truncated to ~400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— opportunity (393) / not (158)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— 1 of 7 opportunity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domain, content, quality, spam signals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page — is it an opportunity, which category, and a trust score.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pic>
        <p:nvPicPr>
          <p:cNvPr id="4" name="Image 0" descr="/home/claude/chart_categories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5029200" cy="2743200"/>
          </a:xfrm>
          <a:prstGeom prst="rect">
            <a:avLst/>
          </a:prstGeom>
        </p:spPr>
      </p:pic>
      <p:pic>
        <p:nvPicPr>
          <p:cNvPr id="5" name="Image 1" descr="/home/claude/chart_relev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17320"/>
            <a:ext cx="3200400" cy="2368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</a:t>
            </a:r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are balanced (52–61 pages); binary labels are imbalanced (71% / 29%) → handled with SMOTE.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pic>
        <p:nvPicPr>
          <p:cNvPr id="4" name="Image 0" descr="/home/claude/preprocess_fig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2633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</a:t>
            </a:r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Inzira preprocessing — a raw scraped page becomes a clean, labeled, feature-rich record (done in Google Colab).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tasks — so three models work in sequence:</a:t>
            </a:r>
            <a:endParaRPr lang="en-US" sz="1350" dirty="0"/>
          </a:p>
        </p:txBody>
      </p:sp>
      <p:pic>
        <p:nvPicPr>
          <p:cNvPr id="5" name="Image 0" descr="/home/claude/system_appro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models:  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(BERT, RoBERTa) give rich text understanding; Random Forest is fast and interpretable for trust scoring.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in Google Colab (GPU) · PyTorch · Transformers · scikit-learn · AdamW + warmup · gradient clipping · checkpointing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pic>
        <p:nvPicPr>
          <p:cNvPr id="4" name="Image 0" descr="/home/claude/arc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7955280" cy="3739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pic>
        <p:nvPicPr>
          <p:cNvPr id="4" name="Image 0" descr="/home/claude/chart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4343400" cy="230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5844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vs target</a:t>
            </a:r>
            <a:endParaRPr lang="en-US" sz="1100" dirty="0"/>
          </a:p>
        </p:txBody>
      </p:sp>
      <p:pic>
        <p:nvPicPr>
          <p:cNvPr id="6" name="Image 1" descr="/home/claude/chart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4160520" cy="22037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160" y="3584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F1 (RoBERTa)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targets met; detector essentially at target. </a:t>
            </a:r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jobs &amp; competitions; “program” overlaps other types. Usability test (40 youth, Kigali) upcoming.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589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— three different tasks; one model can’t do all well.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a focused dataset is enough; results (0.84, 0.91) confirm it.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Search-driven beats recommendation — opportunities expire fast.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lists hosting websites, supports Kinyarwanda, and feeds MIFOTRA analytics.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platform to search the web and list the websites hosting opportunities.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and tested — targets met.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Kinyarwanda; analytics for MIFOTRA.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app and connect it to the trained models.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Kigali pilot, then deploy nationally.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MIFOTRA, RDB, and WDA.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Liliane Umwanankabandi  ·  ALU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Inzira</dc:title>
  <dc:subject>PptxGenJS Presentation</dc:subject>
  <dc:creator>Liliane Umwanankabandi</dc:creator>
  <cp:lastModifiedBy>Liliane Umwanankabandi</cp:lastModifiedBy>
  <cp:revision>1</cp:revision>
  <dcterms:created xsi:type="dcterms:W3CDTF">2026-06-12T14:28:24Z</dcterms:created>
  <dcterms:modified xsi:type="dcterms:W3CDTF">2026-06-12T14:28:24Z</dcterms:modified>
</cp:coreProperties>
</file>